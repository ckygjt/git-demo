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05840"/>
            <a:ext cx="4754880" cy="4754880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108960"/>
            <a:ext cx="4023360" cy="402336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欧莱雅第二届美妆科技黑客松 · 赛道二 信任守护师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真鉴 TruthGuard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美妆内容多模态鉴真与风控 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像素级取证 × 语义理解双层证据，从「识别」到「决策」的完整闭环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46304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战队名称：____________    提交日期：2026.10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美妆内容生态正在被伪造侵蚀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64008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效果对比图造假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208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磨皮、换肤、拼贴「使用前后」对比图，人工审核主观、无法规模化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64008" cy="1371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虚假测评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208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生成「素人使用照」与编造体验文案，肉眼几乎无法分辨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7180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功效与成分虚假宣传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575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「七天美白」「医美级」等表述，关键词规则库容易被规避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64008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盗图与资质伪造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575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拼接官方检测报告、伪造专利编号，需要像素级取证证据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一句话定位与三层架构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8138160" cy="658368"/>
          </a:xfrm>
          <a:prstGeom prst="rect">
            <a:avLst/>
          </a:prstGeom>
          <a:solidFill>
            <a:srgbClr val="16213A"/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9844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真鉴 TruthGuard：输入一张商品图 + 一段推广文案，输出「证据链 + 风险等级 + 处置建议」的闭环决策报告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813816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94560"/>
            <a:ext cx="82296" cy="6217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演示层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19456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界面：上传 → 流水线动效 → 热力图 → 风险报告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813816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71800"/>
            <a:ext cx="82296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718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决策层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97180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RiskAgent：证据聚合 → 风险分级 → 处置动作 → 推理与建议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813816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749040"/>
            <a:ext cx="82296" cy="6217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490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检测层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374904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图像取证引擎（ELA/噪声/EXIF） + 文案合规引擎（规则/LLM）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创新点一：像素取证 + 语义理解的双层证据融合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194560"/>
                <a:gridCol w="2286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技术手段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在方案中的作用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硬证据（像素层）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ELA 误差分析、噪声一致性、EXIF 元数据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客观可量化、可可视化、无需 GPU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定位「哪里被改了」，生成篡改热力图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软证据（语义层）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多模态视觉模型 + 文本大模型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理解美妆常识与合规语义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判断「这句话是否越界」，补充隐性风险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2880360"/>
            <a:ext cx="8138160" cy="1417320"/>
          </a:xfrm>
          <a:prstGeom prst="rect">
            <a:avLst/>
          </a:prstGeom>
          <a:solidFill>
            <a:srgbClr val="16213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3017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为什么不是单一模型？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纯深度学习检测网络：需大量标注数据与 GPU，一个月周期难以稳定产出，且不可解释。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纯大模型调用：黑箱、无法定位篡改区域、API 抖动影响演示。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我们的选择：双层证据加权融合 —— 硬证据可解释、软证据补语义，API 不可用时自动降级为纯本地取证。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创新点二：美妆垂类宣称合规知识库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72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医疗功效宣称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75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 / 医美级 / 抗炎杀菌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严重度：红线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73552" y="137160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371600"/>
            <a:ext cx="64008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1572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时限与效果承诺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1975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七天美白 / 立竿见影 / 永久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02152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严重度：高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44184" y="137160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1371600"/>
            <a:ext cx="64008" cy="1280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1572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绝对化用语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2784" y="1975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/ 第一 / 最强 / 顶级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72784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严重度：中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834640"/>
            <a:ext cx="64008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035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无来源背书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34381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权威认证 / 专利号 / 检测报告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767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严重度：红线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73552" y="283464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73552" y="2834640"/>
            <a:ext cx="64008" cy="1280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3035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成分伪概念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02152" y="34381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食品级 / 纯天然 / 干细胞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02152" y="3767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严重度：中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44184" y="2834640"/>
            <a:ext cx="2606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44184" y="2834640"/>
            <a:ext cx="64008" cy="1280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6272784" y="3035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编造使用体验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72784" y="34381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万人好评 / 0 差评 / 用了都说好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72784" y="3767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严重度：中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规则依据《化妆品监督管理条例》《化妆品标签管理办法》《广告法》中可机读的宣称红线整理，命中红线直接升级处置等级。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创新点三：从「识别」到「决策」的闭环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2011680"/>
                <a:gridCol w="3566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风险总分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处置动作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面向平台/创作者的建议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通过上架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正常展示，报告归档，纳入例行抽检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~ 60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转人工复核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优先查看热力图标记区域，核对功效与成分表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 ~ 80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警示标记并限流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添加风险标签降权，要求补充资质证明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80 或命中红线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建议下架并触发合规工单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下架留证，推送整改通知，历史内容批量复检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429000"/>
            <a:ext cx="8138160" cy="868680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4290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红线优先原则：命中「医疗功效宣称」或「伪造资质背书」时，无视统计分数直接判高风险并建议下架 —— 业务规则优先于模型分数，这才是可用的风控 Agent。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创新点四：可解释的证据可视化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81381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EF4444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57276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ELA 热力图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029968"/>
            <a:ext cx="7680960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重压缩误差叠加原图，青→黄→红标注篡改概率，可疑区域自动框选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121408"/>
            <a:ext cx="81381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121408"/>
            <a:ext cx="64008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322576"/>
            <a:ext cx="384048" cy="384048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32257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证据卡片链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79776"/>
            <a:ext cx="7680960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每条证据含来源标签、置信度条与文字说明，逐条渐入呈现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871216"/>
            <a:ext cx="81381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871216"/>
            <a:ext cx="64008" cy="65836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072384"/>
            <a:ext cx="384048" cy="38404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07238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流水线动效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529584"/>
            <a:ext cx="7680960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图像取证 → 语义分析 → Agent 决策，三阶段实时进度可视化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21024"/>
            <a:ext cx="813816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621024"/>
            <a:ext cx="64008" cy="6583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822192"/>
            <a:ext cx="384048" cy="384048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82219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风险仪表盘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279392"/>
            <a:ext cx="7680960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风险分环 + 等级徽章 + 处置按钮，一键下发中台指令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产品演示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系统演示：一条内容 4 步走完闭环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9202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64008" cy="1920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184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提交内容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20824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拖拽上传商品图，粘贴推广文案，支持一键填充示例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2286000"/>
            <a:ext cx="182880" cy="54864"/>
          </a:xfrm>
          <a:prstGeom prst="rect">
            <a:avLst/>
          </a:prstGeom>
          <a:solidFill>
            <a:srgbClr val="94A3B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624328" y="1417320"/>
            <a:ext cx="19202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24328" y="1417320"/>
            <a:ext cx="64008" cy="1920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2852928" y="16184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三阶段检测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52928" y="2020824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图像取证、语义分析、Agent 决策流水线依次执行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62856" y="2286000"/>
            <a:ext cx="182880" cy="54864"/>
          </a:xfrm>
          <a:prstGeom prst="rect">
            <a:avLst/>
          </a:prstGeom>
          <a:solidFill>
            <a:srgbClr val="94A3B8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45736" y="1417320"/>
            <a:ext cx="19202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45736" y="1417320"/>
            <a:ext cx="64008" cy="1920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974336" y="16184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证据呈现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74336" y="2020824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原图/热力图切换查看，右侧展示逐条证据与置信度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84264" y="2286000"/>
            <a:ext cx="182880" cy="54864"/>
          </a:xfrm>
          <a:prstGeom prst="rect">
            <a:avLst/>
          </a:prstGeom>
          <a:solidFill>
            <a:srgbClr val="94A3B8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67144" y="1417320"/>
            <a:ext cx="19202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67144" y="1417320"/>
            <a:ext cx="64008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095744" y="16184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处置执行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95744" y="2020824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输出风险等级与处置建议，一键下发复核/警示/下架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703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演示三连击：① 明显篡改图 + 违规文案 → 高风险/下架；② 正常图 + 合规文案 → 低风险/通过；③ 灰色地带 → 中风险/人工复核。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实验结果：规则层基线可量化、可复现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92024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81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违规文案召回率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条违规样本命中 14 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24328" y="1371600"/>
            <a:ext cx="192024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24328" y="1481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24328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合规文案误报率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34056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条合规样本零误报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45736" y="1371600"/>
            <a:ext cx="192024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45736" y="1481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45736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告警精确率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55464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告警样本全部为真实违规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7144" y="1371600"/>
            <a:ext cx="192024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67144" y="1481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0/5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67144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灰色地带误杀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76872" y="235915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轻度夸大未被一刀切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063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图像取证对照：真实商品图风险分 5.9（低风险/通过），含拼接区域样本 55.7（高风险/下架）；合成样本用于验证链路，后续将补充真实素材扩大评测集。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定位清晰：辅助决策而非终审，机器初筛高危 + 人审复核，与人协同而非替代人。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工程实现：模块清晰、可降级、易协作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4297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图像取证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OpenCV + Pillow + NumPy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ELA 误差分析、噪声一致性、EXIF/元数据检查、热力图生成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文案检测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规则库 + 大模型 API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美妆宣称合规红线命中与隐性夸大、编造体验的语义判定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决策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+ 大模型结构化输出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证据加权聚合、风险分级、处置动作与角色化建议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服务与接口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FastAPI + Uvicorn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统一检测入口、自动接口文档、超时降级与并发处理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演示界面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 18 + Vite + Tailwind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上传、流水线动效、证据可视化与处置闭环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657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工程细节：API Key 经 .env 注入且不入库；图像处理前缩放至 1024px；LLM 超时 30s 自动降级为本地取证；Git 分支策略与文件所有权保障 5 人并行开发。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商业价值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为什么这对欧莱雅有价值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64008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降低合规风险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208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自动拦截违规宣称，规避监管处罚与舆情风险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64008" cy="1371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保护品牌信任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208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遏制盗图与假测评，守护创作者与消费者之间的真实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71800"/>
            <a:ext cx="64008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审核降本增效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575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全量人审变为「机器初筛 + 人审高危」，审核产能提升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39319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64008" cy="1371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能力可复制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575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 + 规则 + Agent 框架可迁移至护肤、彩妆、香氛各品类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落地路线图：三阶段演进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655064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 · 0-3 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接入内容审核中台，做人机协同初筛；沉淀真实篡改样本库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813816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70662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560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 · 3-6 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880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用积累数据训练美妆专用检测模型，接入品牌自有商品图库做盗图比对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813816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758184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611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 · 6-12 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9319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覆盖直播切片与短视频，扩展到香氛、洗护品类，输出品牌信任指数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团队分工与当前进度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146304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主要职责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队长 / 产品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方案设计、文档、路演与对外对接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进行中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 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图像取证引擎与视觉模型接入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 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文案合规规则库与样本集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 / Agent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决策层、接口与降级策略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演示界面与交互实现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657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里程碑：仓库与方案 → 检测模块 → Agent 决策 → 演示界面 → 样本与评测 → 路演提交，全部通过 Git 分支协作同步。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"/>
            <a:ext cx="822960" cy="82296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问答准备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可能被问到的问题，我们准备好了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319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1325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检测准确率到底多少？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751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规则层基线召回 93.3%、误报 0%；定位为辅助决策，机器初筛 + 人审高危。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319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13258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为什么不训练专用检测模型？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751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周期内数据与算力受限；取证特征可解释性更强，更契合风控场景。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39319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880360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大模型幻觉怎么处理？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838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规则库兜底 + 双通道交叉验证 + 证据权重设计，API 异常自动降级。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39319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64008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如何落地到真实业务？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4838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先接内容审核中台做人机协同，再累积数据训练专用模型，最后扩展品类。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548640"/>
            <a:ext cx="3291840" cy="3291840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让每一条美妆内容，都可被验证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真鉴 TruthGuard · 守护创作者与消费者之间的真实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7640" y="3154680"/>
            <a:ext cx="11887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欢迎提问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真鉴 TruthGuard · 美妆内容鉴真 Agent</dc:title>
  <dc:subject>PptxGenJS Presentation</dc:subject>
  <dc:creator>TruthGuard 战队</dc:creator>
  <cp:lastModifiedBy>TruthGuard 战队</cp:lastModifiedBy>
  <cp:revision>1</cp:revision>
  <dcterms:created xsi:type="dcterms:W3CDTF">2026-09-20T12:05:42Z</dcterms:created>
  <dcterms:modified xsi:type="dcterms:W3CDTF">2026-09-20T12:05:42Z</dcterms:modified>
</cp:coreProperties>
</file>